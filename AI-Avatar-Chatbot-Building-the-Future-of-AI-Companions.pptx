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4630400" cy="8229600"/>
  <p:notesSz cx="8229600" cy="14630400"/>
  <p:embeddedFontLst>
    <p:embeddedFont>
      <p:font typeface="Bitter" panose="020B0604020202020204" charset="0"/>
      <p:regular r:id="rId14"/>
    </p:embeddedFont>
    <p:embeddedFont>
      <p:font typeface="Tomorrow" panose="020B0604020202020204" charset="0"/>
      <p:regular r:id="rId15"/>
    </p:embeddedFont>
    <p:embeddedFont>
      <p:font typeface="Tomorrow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DAF"/>
    <a:srgbClr val="1C1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23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459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AI-Avatar Chatbot: Building the Future of AI Companions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7" y="38289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Creating a conversational AI avatar that bridges the gap between digital interaction and human connection.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88" y="47583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Team: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Atharv Amit Jaju,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Onkar Mahadev Sonne,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9207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Kritar Kishor Jain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A319C-2E7C-90BA-F0DB-7516D111EC2B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140"/>
            <a:ext cx="60796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Vision &amp;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178617"/>
            <a:ext cx="29365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Natural Conversations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66903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Voice and text interactions that feel human, supported by long-term memory and context awareness.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 Personality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Dynamic, customizable 3D avatar that visually syncs with live chat using real-time lip-sync technology.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Intelligent Assistance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Extendable Agentic AI capable of handling real-world tasks like reminders, summarization, and scheduling.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F2C74-05B7-ED1D-7421-35E649351B83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636990"/>
            <a:ext cx="5913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Core Technology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12745"/>
            <a:ext cx="212276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Voice 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848219"/>
            <a:ext cx="212276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Advanced Speech-to-Text (STT) for capturing input and realistic Text-to-Speech (TTS) for natural intonation.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63978" y="2912745"/>
            <a:ext cx="212276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Language Model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63978" y="3848219"/>
            <a:ext cx="212276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Transformer-based architecture acting as the "brain" to handle dialogue, reasoning, and response generation.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647765" y="2912745"/>
            <a:ext cx="22038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Animation Engine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647765" y="3848219"/>
            <a:ext cx="22038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 learning-based audio-to-lip sync integrated with Three.js to animate the avatar in real-time.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6938B9-D60E-EE9A-F4E4-B1B8CBCA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" y="0"/>
            <a:ext cx="5913595" cy="822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92667A-9D34-E855-0AA2-8CD66A14BA96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 Phase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 captures user commands through voice or text.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Processing Phase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AI Engine gathers context using conversational memory and external APIs.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Generation Phase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LLM Orchestrator formulates response, streaming text and audio output.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Output Phase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Audio drives Avatar Animation Module, delivering lip-synced response through clean interface.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4E3F73-F485-8D68-0C13-30E7EA5FA4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308DFB-5A95-8AFD-91F7-C0E4FD702B15}"/>
              </a:ext>
            </a:extLst>
          </p:cNvPr>
          <p:cNvSpPr/>
          <p:nvPr/>
        </p:nvSpPr>
        <p:spPr>
          <a:xfrm>
            <a:off x="13457468" y="7571678"/>
            <a:ext cx="758283" cy="434898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7239"/>
            <a:ext cx="7045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Memory &amp; Privacy Controls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81617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073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Conversation History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Persistent memory module maintains context across sessions, building upon previous interactions naturally.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77380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Personal Preferences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 learns communication styles and user needs to provide a highly tailored experience.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73143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988725"/>
            <a:ext cx="31777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User-Modifiable Privacy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Granular, opt-in controls allow users to manage exactly what information is stored and utilized.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987446-CAA4-735D-F687-89470DEC9873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039808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Knowledge Grounding (RAG)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493288"/>
            <a:ext cx="214193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9856" y="2826782"/>
            <a:ext cx="4074795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749856" y="2994779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Anchoring AI in Facts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3531989"/>
            <a:ext cx="407479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Integrates Retrieval-Augmented Generation (RAG) pipeline to connect LLM to dedicated vector database.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027057" y="2493288"/>
            <a:ext cx="214193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7057" y="2826782"/>
            <a:ext cx="4074795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5027057" y="2994779"/>
            <a:ext cx="347603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Personal Document Analysis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7057" y="3531989"/>
            <a:ext cx="407479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Pulls information from external sources like private files to use as background context.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9856" y="4895136"/>
            <a:ext cx="214193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9856" y="5228630"/>
            <a:ext cx="8351996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56" y="5396627"/>
            <a:ext cx="321718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Eliminating Hallucinations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9856" y="5933837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Ensures responses are factually accurate, relevant, and verifiable rather than relying solely on LLM's baseline training.</a:t>
            </a:r>
            <a:endParaRPr lang="en-US" sz="16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F76381-2FEA-5A08-FE80-006D185D5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672" y="931723"/>
            <a:ext cx="5614728" cy="57837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6A1478F-15D3-53B2-2D71-A330CA50D8FD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F772D9-656F-C2FD-1A6F-7747F70330E3}"/>
              </a:ext>
            </a:extLst>
          </p:cNvPr>
          <p:cNvSpPr/>
          <p:nvPr/>
        </p:nvSpPr>
        <p:spPr>
          <a:xfrm>
            <a:off x="13849814" y="6280525"/>
            <a:ext cx="758283" cy="434898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4238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Avatar Customization Excellence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0009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550563"/>
            <a:ext cx="3889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Facial Features &amp; Appearance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1" y="4040981"/>
            <a:ext cx="6388060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Users can adjust facial structures, body types, and movement patterns to create an authentically representative companion.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2041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790" y="6070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Style &amp; Wardrobe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93791" y="6561296"/>
            <a:ext cx="6521410" cy="85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Personalize clothing, accessories, and overall aesthetics to craft a unique visual identity.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4A4F51-04CE-D815-409A-17D4DDDFA7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850" y="0"/>
            <a:ext cx="7448549" cy="822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F067FD-DD28-2A6C-3004-56A099BCA1EF}"/>
              </a:ext>
            </a:extLst>
          </p:cNvPr>
          <p:cNvSpPr/>
          <p:nvPr/>
        </p:nvSpPr>
        <p:spPr>
          <a:xfrm>
            <a:off x="14095141" y="7571678"/>
            <a:ext cx="535258" cy="434898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5">
            <a:extLst>
              <a:ext uri="{FF2B5EF4-FFF2-40B4-BE49-F238E27FC236}">
                <a16:creationId xmlns:a16="http://schemas.microsoft.com/office/drawing/2014/main" id="{16DCFAC3-B055-E609-4DC0-8EA15056B926}"/>
              </a:ext>
            </a:extLst>
          </p:cNvPr>
          <p:cNvSpPr/>
          <p:nvPr/>
        </p:nvSpPr>
        <p:spPr>
          <a:xfrm>
            <a:off x="6263640" y="4932972"/>
            <a:ext cx="7943014" cy="2761369"/>
          </a:xfrm>
          <a:prstGeom prst="roundRect">
            <a:avLst>
              <a:gd name="adj" fmla="val 103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406EB225-E243-0C9C-6569-07148C66533A}"/>
              </a:ext>
            </a:extLst>
          </p:cNvPr>
          <p:cNvSpPr/>
          <p:nvPr/>
        </p:nvSpPr>
        <p:spPr>
          <a:xfrm>
            <a:off x="6485692" y="5135969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9FA582"/>
          </a:solidFill>
          <a:ln/>
        </p:spPr>
      </p:sp>
      <p:sp>
        <p:nvSpPr>
          <p:cNvPr id="3" name="Text 0"/>
          <p:cNvSpPr/>
          <p:nvPr/>
        </p:nvSpPr>
        <p:spPr>
          <a:xfrm>
            <a:off x="6263640" y="636389"/>
            <a:ext cx="7144822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External Integrations &amp; APIs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3640" y="1656397"/>
            <a:ext cx="7943014" cy="3211116"/>
          </a:xfrm>
          <a:prstGeom prst="roundRect">
            <a:avLst>
              <a:gd name="adj" fmla="val 1037"/>
            </a:avLst>
          </a:prstGeom>
          <a:solidFill>
            <a:srgbClr val="3B3C3E"/>
          </a:solidFill>
          <a:ln/>
        </p:spPr>
      </p:sp>
      <p:sp>
        <p:nvSpPr>
          <p:cNvPr id="5" name="Shape 2"/>
          <p:cNvSpPr/>
          <p:nvPr/>
        </p:nvSpPr>
        <p:spPr>
          <a:xfrm>
            <a:off x="6485692" y="1878449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9FA58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8929" y="2061567"/>
            <a:ext cx="299799" cy="2997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692" y="2762131"/>
            <a:ext cx="294632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Calendar Management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485692" y="3327414"/>
            <a:ext cx="6338210" cy="998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Schedule meetings, set reminders, and manage daily agendas through natural conversation.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8928" y="5319206"/>
            <a:ext cx="299799" cy="2997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5B015E-0CDD-BA8F-CEE5-76FF97DAD4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048470" y="0"/>
            <a:ext cx="8229600" cy="822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2EDBCA-1CF6-0748-4647-9C75ACAB02F9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7FF59FE-2959-7792-4085-22296C6ABBEA}"/>
              </a:ext>
            </a:extLst>
          </p:cNvPr>
          <p:cNvSpPr/>
          <p:nvPr/>
        </p:nvSpPr>
        <p:spPr>
          <a:xfrm>
            <a:off x="6485691" y="6061352"/>
            <a:ext cx="5503989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Real-World Services</a:t>
            </a:r>
            <a:endParaRPr lang="en-US" sz="21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5AB5A4F-C265-8611-376C-CB54EE36D41F}"/>
              </a:ext>
            </a:extLst>
          </p:cNvPr>
          <p:cNvSpPr/>
          <p:nvPr/>
        </p:nvSpPr>
        <p:spPr>
          <a:xfrm>
            <a:off x="6485692" y="6538793"/>
            <a:ext cx="6427420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Connect to external web services to fetch live data like weather updates and news.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9649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Multi-Platform Accessibility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Web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Full-featured browser experience with rich visual interface and comprehensive functionality.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17" y="4483775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68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Mobile Apps (</a:t>
            </a: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Scope</a:t>
            </a: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17051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Optimised mobile experience for on-the-go conversations with your AI companion.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326" y="3100149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Virtual Reality </a:t>
            </a: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(Future Scope)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937790" y="562308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Immersive VR interactions that create presence and deeper connection with your avatar.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326" y="5867400"/>
            <a:ext cx="339328" cy="4242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4DC4D9E-F299-F8C3-410E-7F1AE679FC5D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057"/>
            <a:ext cx="6784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Roadmap &amp; Status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Phase 1: Completed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062883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Baseline Multimodal Interface, integrating STT/TTS and 3D render engine.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Phase 2: Completed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Integration of Transformer LLM and setup of RAG pipeline.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168396" y="2572464"/>
            <a:ext cx="29587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Phase 3: Current Focus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3062883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lip-syncing module, external API connectivity, and persistent memory.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Target: 2026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Final testing, debugging, and deployment of complete web-based prototype.</a:t>
            </a:r>
            <a:endParaRPr lang="en-US" sz="1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C82B43-95E7-E14E-9AD5-B409F454F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148" y="0"/>
            <a:ext cx="14662547" cy="82296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55A5807-FB53-1F25-0BDF-96741311DE9E}"/>
              </a:ext>
            </a:extLst>
          </p:cNvPr>
          <p:cNvSpPr/>
          <p:nvPr/>
        </p:nvSpPr>
        <p:spPr>
          <a:xfrm>
            <a:off x="13470673" y="7571678"/>
            <a:ext cx="758283" cy="434898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Building the future of AI companions, one conversation at a time.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Team: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Atharv Amit Jaju, Onkar Mahadev Sonne, Kritar Kishor Jain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4992F-D78E-D40B-54C6-5522A1A669AA}"/>
              </a:ext>
            </a:extLst>
          </p:cNvPr>
          <p:cNvSpPr/>
          <p:nvPr/>
        </p:nvSpPr>
        <p:spPr>
          <a:xfrm>
            <a:off x="12823902" y="7694341"/>
            <a:ext cx="1706137" cy="53525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574</Words>
  <Application>Microsoft Office PowerPoint</Application>
  <PresentationFormat>Custom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Bitter</vt:lpstr>
      <vt:lpstr>Tomorrow Semi Bold</vt:lpstr>
      <vt:lpstr>Outfit Light</vt:lpstr>
      <vt:lpstr>Outfit Bold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darth lord</cp:lastModifiedBy>
  <cp:revision>3</cp:revision>
  <dcterms:created xsi:type="dcterms:W3CDTF">2026-03-16T19:25:42Z</dcterms:created>
  <dcterms:modified xsi:type="dcterms:W3CDTF">2026-03-17T05:02:54Z</dcterms:modified>
</cp:coreProperties>
</file>